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29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096692"/>
            <a:ext cx="8534400" cy="1304521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0" y="0"/>
            <a:ext cx="10363200" cy="1463986"/>
          </a:xfrm>
        </p:spPr>
        <p:txBody>
          <a:bodyPr/>
          <a:lstStyle/>
          <a:p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9111" y="2076450"/>
            <a:ext cx="6710115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F3AD6D-6925-02AC-2498-68A406C06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5" y="78531"/>
            <a:ext cx="4857135" cy="1018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60D5FD-DEB4-DEC6-6464-8834FB1BF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74" y="224900"/>
            <a:ext cx="1030310" cy="1018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9F279B-E575-ACB0-774C-F6388D718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445" y="274097"/>
            <a:ext cx="1030310" cy="1018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506768"/>
            <a:ext cx="7852201" cy="634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Comprehensive Alumni Association Platform: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A robust web and mobile application ecosystem to foster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lifelong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connections between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graduates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alma mater.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Smart Networking Hub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Utilizes AI-driven algorithms to suggest meaningful connections </a:t>
            </a:r>
            <a:r>
              <a:rPr lang="en-IN" sz="1200" dirty="0">
                <a:latin typeface="Arial" pitchFamily="34" charset="0"/>
                <a:cs typeface="Arial" pitchFamily="34" charset="0"/>
              </a:rPr>
              <a:t>facilitating </a:t>
            </a:r>
            <a:r>
              <a:rPr lang="en-IN" sz="1200" b="1" dirty="0">
                <a:latin typeface="Arial" pitchFamily="34" charset="0"/>
                <a:cs typeface="Arial" pitchFamily="34" charset="0"/>
              </a:rPr>
              <a:t>professional growth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collaboration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among alumni.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Blockchain-Secured Donation Portal :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Ensures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transparent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secure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financial contributions.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AI Career Advisor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: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Analyzes profiles (</a:t>
            </a:r>
            <a:r>
              <a:rPr lang="en-IN" sz="1200" b="1" dirty="0">
                <a:latin typeface="Arial" pitchFamily="34" charset="0"/>
                <a:cs typeface="Arial" pitchFamily="34" charset="0"/>
              </a:rPr>
              <a:t>Linked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, GitHub, Resume </a:t>
            </a:r>
            <a:r>
              <a:rPr lang="en-IN" sz="1200" dirty="0">
                <a:latin typeface="Arial" pitchFamily="34" charset="0"/>
                <a:cs typeface="Arial" pitchFamily="34" charset="0"/>
              </a:rPr>
              <a:t>etc) for </a:t>
            </a:r>
            <a:r>
              <a:rPr lang="en-IN" sz="1200" dirty="0" err="1">
                <a:latin typeface="Arial" pitchFamily="34" charset="0"/>
                <a:cs typeface="Arial" pitchFamily="34" charset="0"/>
              </a:rPr>
              <a:t>sonalized</a:t>
            </a:r>
            <a:r>
              <a:rPr lang="en-IN" sz="1200" dirty="0">
                <a:latin typeface="Arial" pitchFamily="34" charset="0"/>
                <a:cs typeface="Arial" pitchFamily="34" charset="0"/>
              </a:rPr>
              <a:t>  guidance and mentorship matching.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CEM Model :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connect </a:t>
            </a:r>
            <a:r>
              <a:rPr lang="en-IN" sz="1200" dirty="0">
                <a:latin typeface="Arial" pitchFamily="34" charset="0"/>
                <a:cs typeface="Arial" pitchFamily="34" charset="0"/>
              </a:rPr>
              <a:t>Engage , and Mentor – facilitates meaningful </a:t>
            </a:r>
            <a:r>
              <a:rPr lang="en-IN" sz="1200" dirty="0" err="1">
                <a:latin typeface="Arial" pitchFamily="34" charset="0"/>
                <a:cs typeface="Arial" pitchFamily="34" charset="0"/>
              </a:rPr>
              <a:t>interactons</a:t>
            </a:r>
            <a:r>
              <a:rPr lang="en-IN" sz="1200" dirty="0">
                <a:latin typeface="Arial" pitchFamily="34" charset="0"/>
                <a:cs typeface="Arial" pitchFamily="34" charset="0"/>
              </a:rPr>
              <a:t> among Alumni enhancing knowledge shearing and professional growth across the community.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LEAD Program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Learn Engage, Advance Develop – provides </a:t>
            </a:r>
            <a:r>
              <a:rPr lang="en-IN" sz="1200" dirty="0">
                <a:latin typeface="Arial" pitchFamily="34" charset="0"/>
                <a:cs typeface="Arial" pitchFamily="34" charset="0"/>
              </a:rPr>
              <a:t>continuous learnings opportunities . engagement activities career advancement tools and personal development resources.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itchFamily="34" charset="0"/>
                <a:cs typeface="Arial" pitchFamily="34" charset="0"/>
              </a:rPr>
              <a:t>JEN Hub: </a:t>
            </a:r>
            <a:r>
              <a:rPr lang="en-IN" sz="1200" dirty="0">
                <a:latin typeface="Arial" pitchFamily="34" charset="0"/>
                <a:cs typeface="Arial" pitchFamily="34" charset="0"/>
              </a:rPr>
              <a:t>job–matching, Employment Networking- an intelligent job Portal that connects alumni with career opportunities allows job postings and facilities mentorship for currents students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www.sih.gov.in/img1/SIH-Logo.png">
            <a:extLst>
              <a:ext uri="{FF2B5EF4-FFF2-40B4-BE49-F238E27FC236}">
                <a16:creationId xmlns:a16="http://schemas.microsoft.com/office/drawing/2014/main" id="{59BC306C-D513-1D3A-9615-6F81536D8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3766" y="2094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5DDBBE-39FF-B74A-7EF0-DA4136602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323" y="124838"/>
            <a:ext cx="2704563" cy="1143000"/>
          </a:xfrm>
          <a:prstGeom prst="rect">
            <a:avLst/>
          </a:prstGeom>
        </p:spPr>
      </p:pic>
      <p:sp>
        <p:nvSpPr>
          <p:cNvPr id="4" name="AutoShape 2" descr="इमेज या कैमरा से खोजी गई इमेज">
            <a:extLst>
              <a:ext uri="{FF2B5EF4-FFF2-40B4-BE49-F238E27FC236}">
                <a16:creationId xmlns:a16="http://schemas.microsoft.com/office/drawing/2014/main" id="{42965A3C-8C74-53A4-4BE4-6477A242D2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CCB62045-EE95-7028-B410-B8830F8C42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23961" y="221732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55A430-C203-4BEE-5921-CB4A062E7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043" y="1453989"/>
            <a:ext cx="4250123" cy="4937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2C92DB-E235-FCEC-45F6-540CD32DE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436" y="60331"/>
            <a:ext cx="2704563" cy="1119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7E2EBDAE-835C-F8DF-E8EE-282B6C6EC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08" y="2686053"/>
            <a:ext cx="916435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28B858-6A21-D0C4-C14D-B08305FEC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437" y="13137"/>
            <a:ext cx="2704563" cy="11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7A284F-682D-CA87-BD8A-3B4714378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923" y="109449"/>
            <a:ext cx="2704563" cy="10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4E8006-0054-60F0-45DA-658689047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566" y="4345"/>
            <a:ext cx="2625434" cy="11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884C4B-4DC2-8507-BD05-52F738408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615" y="13137"/>
            <a:ext cx="2608385" cy="11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7684</TotalTime>
  <Words>459</Words>
  <Application>Microsoft Office PowerPoint</Application>
  <PresentationFormat>Widescreen</PresentationFormat>
  <Paragraphs>72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PowerPoint Presentation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krishnachandra pathak</cp:lastModifiedBy>
  <cp:revision>150</cp:revision>
  <dcterms:created xsi:type="dcterms:W3CDTF">2013-12-12T18:46:50Z</dcterms:created>
  <dcterms:modified xsi:type="dcterms:W3CDTF">2026-02-24T06:43:16Z</dcterms:modified>
  <cp:category/>
</cp:coreProperties>
</file>